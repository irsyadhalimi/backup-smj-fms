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sldIdLst>
    <p:sldId id="256" r:id="rId2"/>
    <p:sldId id="259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7B53-0E6B-7D80-DB04-9A858C9A0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D0777-8611-DB8D-4E96-65C919D7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57403-C8CA-00E5-A99C-BCD6C479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70A86-1DF6-CBC7-6052-2EC8C604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4EA9-0472-79F1-75E4-617DAC53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7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AD7C-76A5-6FCF-8965-45DBBA11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E205-5C3A-1328-B45E-844786A6C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4B7C8-4735-24A3-E808-17E3DC6E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37D91-96C6-674C-6632-FA897559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A79C5-5889-4A05-1DF1-30C23985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361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F64A-4A44-DBEA-12FF-BB47053F6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E1132-DE6F-6EF9-CD54-254ACCA7F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2925A-A58A-FFAE-9D41-730A6153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6569D-4CEC-8A95-2D1C-0F3A1CC7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1FA4-B9D5-1DD0-2D65-6FEDDA62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A191-89C7-5874-2B4A-7C43A52A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267F-AECA-C3ED-7DA1-F59314B30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7DDDC-06BF-14BB-E5CF-880202263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E897D-B951-AE58-DD87-FB3037CB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3545-39D2-1D32-4FC4-6B01FE10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10295-FDC7-3C2C-1C61-C5A0209E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61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A4DD-4340-EE45-4B4B-3BD94DB1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97B2B-D3C3-9501-99EF-9FA9ECB8B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62C99-DF24-B061-1CE3-B83155096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B41C8-348A-ABDE-BFC4-87937E582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BE8B-95AE-EDE4-CD0B-52879B8C9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FFF9A-2163-F9DF-8F50-3D9A8C28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22994-A152-65B0-0F7F-16172706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9B0CD-5264-E74D-3CEE-F334F995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2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EEB0-C6E1-46F9-F612-69D67523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7B18-4882-A3DE-A333-B4BA9E28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E3EAD-CB42-3CA3-38CA-FA95DDBA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3C56-87BB-62A8-99B8-36CAE9D2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7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C4397-7D2B-1036-E183-24ADF17C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65AE8-5299-2915-4DF9-51824429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1793C-D8F1-B99F-416A-EBB43324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5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3E2B-0F56-57CA-9652-C26A4115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7F499-7E66-6CA1-BFFF-899748204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C2946-9912-CAD3-CC38-06BA57CF2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C782F-1B7B-A4F0-25B8-362EAF6D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A797A-B5B4-9BEB-A92D-CD5AAB0E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D78A5-A57D-1AE6-DD5B-B21DE40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27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2671-59D3-A7EF-A303-6116BC7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EE11C-13A0-24D6-6320-2D74957BB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4788-49E1-A686-D5BA-014631C5A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F1B7E-7D29-27A2-6D4E-3C7F1AA9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BC37-6F7F-764C-F870-09878554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FB64C-7D8B-9ACF-45EC-376DB90F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85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C215-D222-A2EC-49CE-8C4ACD9B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B234C-C39F-5EA6-E07F-9E93A8488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FF7B1-A985-5FBA-F4B6-047F76BB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640B7-8405-5ED7-C16D-98D8898C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7E03C-0550-EC87-045F-ECA8B92B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61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85D331-3465-C32B-FF8E-74BC51EAA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B4250-517E-8ACF-E6C9-3CA4AF292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A9D67-8A48-E843-CD97-B5C65725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90FF2-BFE2-AACE-FE74-9C79F09F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4A90-ADFF-008C-B0B3-315F5B89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BDB2C-06FE-7496-D4B3-32F12AA4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A7292-57AA-058A-4768-9B8F7C9A9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B1D88-3FEA-FC0A-AA19-351188F6A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7EC87-F019-AC15-45F9-56AB4291D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7407-5619-FEAC-A442-FED0D8DE1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62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DBCD-1D65-B095-8B97-9311E1BC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6808" y="781872"/>
            <a:ext cx="2664942" cy="453162"/>
          </a:xfrm>
        </p:spPr>
        <p:txBody>
          <a:bodyPr>
            <a:no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Catatan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 Trial </a:t>
            </a:r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Aplikasi</a:t>
            </a:r>
            <a:endParaRPr lang="en-ID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147A9-6B81-C171-39CE-3AEB7E99A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6808" y="1472539"/>
            <a:ext cx="7373508" cy="487482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terbiasa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gunakan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sambil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mengarahkan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HD</a:t>
            </a:r>
          </a:p>
          <a:p>
            <a:pPr lvl="1" algn="l"/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Waktu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pembiasaan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/ hp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di close/open dan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berpengaruh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pada proses timestamp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hawatir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hitungan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rotasinya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selisih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hitung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operator</a:t>
            </a:r>
          </a:p>
          <a:p>
            <a:pPr lvl="1" algn="l"/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diskusi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leader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validasi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kroscek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Apakah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diperbolehkan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perbaikan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ritase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boleh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otoritas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berikan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menginfokan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Lost Time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atur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Misal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kendala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di loading point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perbaikan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loading point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pindah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loading point)</a:t>
            </a:r>
          </a:p>
          <a:p>
            <a:pPr lvl="1" algn="l"/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Feature lost time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tersedia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meminta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pendapat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leader,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feature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pencatatan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lost time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update code program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perlukan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5850" lvl="2" indent="-171450" algn="l">
              <a:buFontTx/>
              <a:buChar char="-"/>
            </a:pP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Programmer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memperbaiki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manual book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nya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Ada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selisih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hitung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sejumlah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121 (-2)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hitung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berkas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manual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sejumlah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123</a:t>
            </a:r>
          </a:p>
          <a:p>
            <a:pPr lvl="1" algn="l"/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selisih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pada HD465-18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operator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indra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maulana 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tercatat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pada remark pada 02:00 - 03:00</a:t>
            </a:r>
          </a:p>
          <a:p>
            <a:pPr marL="1085850" lvl="2" indent="-171450" algn="l">
              <a:buFontTx/>
              <a:buChar char="-"/>
            </a:pP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tercatat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pada 04:00 - 05:00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FF769C-ECB6-A561-168F-78078C1EF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70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76E6C7-3211-55E5-9881-86B19EF7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45" y="0"/>
            <a:ext cx="10600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2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2A65513-C40A-7E0D-8895-4BA820117899}"/>
              </a:ext>
            </a:extLst>
          </p:cNvPr>
          <p:cNvSpPr txBox="1">
            <a:spLocks/>
          </p:cNvSpPr>
          <p:nvPr/>
        </p:nvSpPr>
        <p:spPr>
          <a:xfrm>
            <a:off x="3789297" y="1157844"/>
            <a:ext cx="7315200" cy="51301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suka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beda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persepsi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penamaan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hauler</a:t>
            </a:r>
          </a:p>
          <a:p>
            <a:pPr marL="0" indent="0">
              <a:buNone/>
            </a:pPr>
            <a:r>
              <a:rPr lang="en-ID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lvl="1">
              <a:buFontTx/>
              <a:buChar char="-"/>
            </a:pPr>
            <a:r>
              <a:rPr lang="nn-NO" sz="1000" i="1" dirty="0">
                <a:latin typeface="Arial" panose="020B0604020202020204" pitchFamily="34" charset="0"/>
                <a:cs typeface="Arial" panose="020B0604020202020204" pitchFamily="34" charset="0"/>
              </a:rPr>
              <a:t>Perlu ada admin khusus untuk mengelola data hauler lewat aplikasi</a:t>
            </a:r>
          </a:p>
          <a:p>
            <a:pPr lvl="1">
              <a:buFontTx/>
              <a:buChar char="-"/>
            </a:pPr>
            <a:r>
              <a:rPr lang="nn-NO" sz="1000" i="1" dirty="0">
                <a:latin typeface="Arial" panose="020B0604020202020204" pitchFamily="34" charset="0"/>
                <a:cs typeface="Arial" panose="020B0604020202020204" pitchFamily="34" charset="0"/>
              </a:rPr>
              <a:t>Jika masih harus lewat programer, perlu ada kepastian 1 pintu informasi data</a:t>
            </a:r>
          </a:p>
          <a:p>
            <a:pPr lvl="1">
              <a:buFontTx/>
              <a:buChar char="-"/>
            </a:pPr>
            <a:r>
              <a:rPr lang="nn-NO" sz="1000" i="1" dirty="0">
                <a:latin typeface="Arial" panose="020B0604020202020204" pitchFamily="34" charset="0"/>
                <a:cs typeface="Arial" panose="020B0604020202020204" pitchFamily="34" charset="0"/>
              </a:rPr>
              <a:t>Bantuan input data dari programer bersifat sementara karena input data kewajiban user baik master data maupun data transaksi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suka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salah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cari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nama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operator di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pencarian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D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lvl="1">
              <a:buFontTx/>
              <a:buChar char="-"/>
            </a:pPr>
            <a:r>
              <a:rPr lang="nn-NO" sz="1000" i="1" dirty="0">
                <a:latin typeface="Arial" panose="020B0604020202020204" pitchFamily="34" charset="0"/>
                <a:cs typeface="Arial" panose="020B0604020202020204" pitchFamily="34" charset="0"/>
              </a:rPr>
              <a:t>Perlu ada admin khusus untuk mengelola data operator lewat aplikasi</a:t>
            </a:r>
          </a:p>
          <a:p>
            <a:pPr lvl="1">
              <a:buFontTx/>
              <a:buChar char="-"/>
            </a:pPr>
            <a:r>
              <a:rPr lang="nn-NO" sz="1000" i="1" dirty="0">
                <a:latin typeface="Arial" panose="020B0604020202020204" pitchFamily="34" charset="0"/>
                <a:cs typeface="Arial" panose="020B0604020202020204" pitchFamily="34" charset="0"/>
              </a:rPr>
              <a:t>Jika masih harus lewat programer, perlu ada kepastian 1 pintu informasi data</a:t>
            </a:r>
          </a:p>
          <a:p>
            <a:pPr lvl="1">
              <a:buFontTx/>
              <a:buChar char="-"/>
            </a:pPr>
            <a:r>
              <a:rPr lang="nn-NO" sz="1000" i="1" dirty="0">
                <a:latin typeface="Arial" panose="020B0604020202020204" pitchFamily="34" charset="0"/>
                <a:cs typeface="Arial" panose="020B0604020202020204" pitchFamily="34" charset="0"/>
              </a:rPr>
              <a:t>Bantuan input data dari programer bersifat sementara karena input data kewajiban user baik master data maupun data transaksi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hitung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132 (-23)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hitung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berkas</a:t>
            </a:r>
            <a:r>
              <a:rPr lang="en-ID" sz="1400" b="1" dirty="0">
                <a:latin typeface="Arial" panose="020B0604020202020204" pitchFamily="34" charset="0"/>
                <a:cs typeface="Arial" panose="020B0604020202020204" pitchFamily="34" charset="0"/>
              </a:rPr>
              <a:t> manual 155</a:t>
            </a:r>
          </a:p>
          <a:p>
            <a:pPr marL="0" indent="0">
              <a:buNone/>
            </a:pPr>
            <a:r>
              <a:rPr lang="en-ID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Ceck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ID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programer</a:t>
            </a:r>
            <a:r>
              <a:rPr lang="en-ID" sz="1200" i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lvl="1">
              <a:buFontTx/>
              <a:buChar char="-"/>
            </a:pPr>
            <a:r>
              <a:rPr lang="fi-FI" sz="1000" i="1" dirty="0">
                <a:latin typeface="Arial" panose="020B0604020202020204" pitchFamily="34" charset="0"/>
                <a:cs typeface="Arial" panose="020B0604020202020204" pitchFamily="34" charset="0"/>
              </a:rPr>
              <a:t>selisih terjadi pada semua hauler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selisih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stop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gunakan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pada 04:30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sampai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selesai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shift</a:t>
            </a:r>
          </a:p>
          <a:p>
            <a:pPr lvl="1">
              <a:buFontTx/>
              <a:buChar char="-"/>
            </a:pP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pengawas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terhenti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ID" sz="1000" i="1" dirty="0">
                <a:latin typeface="Arial" panose="020B0604020202020204" pitchFamily="34" charset="0"/>
                <a:cs typeface="Arial" panose="020B0604020202020204" pitchFamily="34" charset="0"/>
              </a:rPr>
              <a:t> loading </a:t>
            </a:r>
            <a:r>
              <a:rPr lang="en-ID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lumpur</a:t>
            </a:r>
            <a:endParaRPr lang="en-ID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D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Saran </a:t>
            </a:r>
            <a:r>
              <a:rPr lang="en-ID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solusi</a:t>
            </a: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D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adanya</a:t>
            </a: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admin yang </a:t>
            </a:r>
            <a:r>
              <a:rPr lang="en-ID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mengelola</a:t>
            </a:r>
            <a:r>
              <a:rPr lang="en-ID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fleet </a:t>
            </a:r>
            <a:endParaRPr lang="en-ID" sz="14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6814E9-1AF5-4593-AA6C-96DA8F479DD5}"/>
              </a:ext>
            </a:extLst>
          </p:cNvPr>
          <p:cNvSpPr txBox="1">
            <a:spLocks/>
          </p:cNvSpPr>
          <p:nvPr/>
        </p:nvSpPr>
        <p:spPr>
          <a:xfrm>
            <a:off x="3994678" y="1025317"/>
            <a:ext cx="2664942" cy="45316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Catatan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 Trial </a:t>
            </a:r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Aplikasi</a:t>
            </a:r>
            <a:endParaRPr lang="en-ID" sz="20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5016D-23DF-E80A-0C57-45D4A541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0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49ADE0-790A-B430-ED70-53217F22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35290" y="-1561796"/>
            <a:ext cx="6657342" cy="980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5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19D644-708C-EAC1-BE65-579D3E541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386" y="876875"/>
            <a:ext cx="2664942" cy="453162"/>
          </a:xfrm>
        </p:spPr>
        <p:txBody>
          <a:bodyPr>
            <a:no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Catatan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 Trial </a:t>
            </a:r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Aplikasi</a:t>
            </a:r>
            <a:endParaRPr lang="en-ID" sz="2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4807B0B-E559-BEB6-83C9-266DD9535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2071" y="1520041"/>
            <a:ext cx="7315200" cy="3806041"/>
          </a:xfrm>
        </p:spPr>
        <p:txBody>
          <a:bodyPr>
            <a:no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Sebaran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APK dan Manual Book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Satriya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Agung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Gumelar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(foreman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Produksi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2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</a:t>
            </a:r>
            <a:r>
              <a:rPr lang="en-ID" sz="12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tapi</a:t>
            </a:r>
            <a:r>
              <a:rPr lang="en-ID" sz="12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sz="12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200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Sapriyanto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(foreman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Produksi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4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sz="1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dan </a:t>
            </a:r>
            <a:r>
              <a:rPr lang="en-ID" sz="14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ID" sz="1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400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Teguh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Sutopo (foreman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Produksi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dan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Mikhael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Hutagalung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 (foreman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Produksi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dan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La Karuna  (foreman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Produksi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dan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Nasri (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Mcc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dan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Prasamsinku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spv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Produksi</a:t>
            </a:r>
            <a:r>
              <a:rPr lang="en-ID" sz="1400" i="1" dirty="0"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training dan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ID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mencoba</a:t>
            </a:r>
            <a:endParaRPr lang="en-ID" sz="1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endParaRPr lang="en-ID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429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Catatan Trial Aplikasi</vt:lpstr>
      <vt:lpstr>PowerPoint Presentation</vt:lpstr>
      <vt:lpstr>PowerPoint Presentation</vt:lpstr>
      <vt:lpstr>PowerPoint Presentation</vt:lpstr>
      <vt:lpstr>Catatan Trial Aplikasi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ITMDN</dc:creator>
  <cp:lastModifiedBy>ITMDN</cp:lastModifiedBy>
  <cp:revision>20</cp:revision>
  <dcterms:created xsi:type="dcterms:W3CDTF">2024-10-08T06:26:22Z</dcterms:created>
  <dcterms:modified xsi:type="dcterms:W3CDTF">2024-10-09T02:54:21Z</dcterms:modified>
</cp:coreProperties>
</file>